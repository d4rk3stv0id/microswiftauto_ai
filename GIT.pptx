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3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8AFFCB-7DAB-4670-A7B1-3E7EAAED876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E8D452-641E-435A-B7D2-117F0A5C89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020F6E-6D7A-48B2-8F20-DB3D9A47C471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5052C9-5226-4B76-8A64-3DB9B32AC353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Talk about how they are managing their documents, how google docs does automatic versioning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them what they know  about Android and IoS versions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209574-C768-42F1-90D1-C491079E1C07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B7FFAC-B4A3-4A09-A0A2-FC7CD98E513B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934E34-9171-4992-8826-A4B3E830F0C8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C7B630-506C-4BB2-9B4E-148E3B0A5F77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D2B393-0401-4874-9069-B3DF1C660BD5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stress on the 1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st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– the definition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Come back to the 2</a:t>
            </a:r>
            <a:r>
              <a:rPr lang="en-IN" sz="2000" b="0" u="none" strike="noStrike" baseline="30000">
                <a:solidFill>
                  <a:srgbClr val="000000"/>
                </a:solidFill>
                <a:effectLst/>
                <a:uFillTx/>
                <a:latin typeface="Arial"/>
              </a:rPr>
              <a:t>nd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sentence in the end as part of revision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1B1F64-2D07-4EF6-8DF6-2A042D3F450A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96ED98-D60A-45B9-B1F6-D8E5FA5E356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553608-094F-4A48-AC88-11A5D3FEA34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DD3A19-3E27-4C4F-B809-6155F9F141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457200" indent="-40644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08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2" indent="-3556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3" indent="-3430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4" indent="-34308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A5C34F-EB74-4919-8B42-036ED99D816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hi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28;p3" descr="C:\Users\Admin\Downloads\ilovepdf_pages-to-jpg (3)\RU_PPT Template-White Blank (1)_page-0003.jpg"/>
          <p:cNvPicPr/>
          <p:nvPr/>
        </p:nvPicPr>
        <p:blipFill>
          <a:blip r:embed="rId2"/>
          <a:stretch/>
        </p:blipFill>
        <p:spPr>
          <a:xfrm>
            <a:off x="0" y="0"/>
            <a:ext cx="1219176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sldNum" idx="13"/>
          </p:nvPr>
        </p:nvSpPr>
        <p:spPr>
          <a:xfrm>
            <a:off x="11367000" y="6095880"/>
            <a:ext cx="595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31A11E72-28C6-4EE1-A84E-C260020925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FA2092-F39E-4DE9-9B7A-12512AADBB8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418449-FBD5-45B7-BF16-627741152E5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A08A06-303F-48D9-BCB1-A75B1700F53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A436E5-21CB-4F46-AAE9-74F32291C8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F9EF5A-1D28-4B13-B21D-D1D49B9DCAB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1C7553-B6C6-41EE-B726-3FD363E340F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F4CAD6-0101-40B5-A47E-494C6F7BC68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" descr="C:\Users\Admin\Downloads\ilovepdf_pages-to-jpg (1)\RU_PPT Template-White Blank_page-0001.jpg"/>
          <p:cNvPicPr/>
          <p:nvPr/>
        </p:nvPicPr>
        <p:blipFill>
          <a:blip r:embed="rId2"/>
          <a:stretch/>
        </p:blipFill>
        <p:spPr>
          <a:xfrm>
            <a:off x="0" y="0"/>
            <a:ext cx="121928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Google Shape;17;p2"/>
          <p:cNvSpPr/>
          <p:nvPr/>
        </p:nvSpPr>
        <p:spPr>
          <a:xfrm>
            <a:off x="685800" y="588024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8;p2"/>
          <p:cNvSpPr/>
          <p:nvPr/>
        </p:nvSpPr>
        <p:spPr>
          <a:xfrm>
            <a:off x="8769240" y="5486400"/>
            <a:ext cx="3422160" cy="977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oogle Shape;19;p2"/>
          <p:cNvGrpSpPr/>
          <p:nvPr/>
        </p:nvGrpSpPr>
        <p:grpSpPr>
          <a:xfrm>
            <a:off x="9220320" y="5410080"/>
            <a:ext cx="2601360" cy="1082520"/>
            <a:chOff x="9220320" y="5410080"/>
            <a:chExt cx="2601360" cy="1082520"/>
          </a:xfrm>
        </p:grpSpPr>
        <p:pic>
          <p:nvPicPr>
            <p:cNvPr id="6" name="Google Shape;20;p2" descr="NIRF — SAVEETHA SCHOOL OF MANAGEMENT"/>
            <p:cNvPicPr/>
            <p:nvPr/>
          </p:nvPicPr>
          <p:blipFill>
            <a:blip r:embed="rId3"/>
            <a:srcRect l="27515" t="4365" r="28911" b="7119"/>
            <a:stretch/>
          </p:blipFill>
          <p:spPr>
            <a:xfrm>
              <a:off x="10302840" y="5410080"/>
              <a:ext cx="605880" cy="474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21;p2" descr="Bharath University - Top University In India"/>
            <p:cNvPicPr/>
            <p:nvPr/>
          </p:nvPicPr>
          <p:blipFill>
            <a:blip r:embed="rId4"/>
            <a:stretch/>
          </p:blipFill>
          <p:spPr>
            <a:xfrm>
              <a:off x="9307800" y="5478480"/>
              <a:ext cx="831960" cy="345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" name="Google Shape;22;p2" descr="CREDISAPP for Ratings - Eloit"/>
            <p:cNvPicPr/>
            <p:nvPr/>
          </p:nvPicPr>
          <p:blipFill>
            <a:blip r:embed="rId5"/>
            <a:stretch/>
          </p:blipFill>
          <p:spPr>
            <a:xfrm>
              <a:off x="10985760" y="5423400"/>
              <a:ext cx="829800" cy="461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Google Shape;23;p2" descr="MHRD | Innovation Cell - Home"/>
            <p:cNvPicPr/>
            <p:nvPr/>
          </p:nvPicPr>
          <p:blipFill>
            <a:blip r:embed="rId6"/>
            <a:stretch/>
          </p:blipFill>
          <p:spPr>
            <a:xfrm>
              <a:off x="9220320" y="5965200"/>
              <a:ext cx="1334880" cy="527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Google Shape;24;p2" descr="Institution's Innovation Council | MHRD"/>
            <p:cNvPicPr/>
            <p:nvPr/>
          </p:nvPicPr>
          <p:blipFill>
            <a:blip r:embed="rId7"/>
            <a:srcRect l="8882" t="20708" r="8882" b="24340"/>
            <a:stretch/>
          </p:blipFill>
          <p:spPr>
            <a:xfrm>
              <a:off x="10851840" y="5952600"/>
              <a:ext cx="969840" cy="5112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58400" y="3124080"/>
            <a:ext cx="8421480" cy="174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46520" y="5129640"/>
            <a:ext cx="6755400" cy="40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06;p15"/>
          <p:cNvSpPr/>
          <p:nvPr/>
        </p:nvSpPr>
        <p:spPr>
          <a:xfrm>
            <a:off x="3449880" y="3646800"/>
            <a:ext cx="4749840" cy="13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MicroSwiftAuto AI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7;p15"/>
          <p:cNvSpPr/>
          <p:nvPr/>
        </p:nvSpPr>
        <p:spPr>
          <a:xfrm>
            <a:off x="1569960" y="2804760"/>
            <a:ext cx="98384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School of Computer Science &amp; Engineering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AI Application Development – IA1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9376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Team Members &amp; Roles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5"/>
          <p:cNvGraphicFramePr/>
          <p:nvPr/>
        </p:nvGraphicFramePr>
        <p:xfrm>
          <a:off x="799920" y="1233360"/>
          <a:ext cx="9832680" cy="3456720"/>
        </p:xfrm>
        <a:graphic>
          <a:graphicData uri="http://schemas.openxmlformats.org/drawingml/2006/table">
            <a:tbl>
              <a:tblPr/>
              <a:tblGrid>
                <a:gridCol w="4916160"/>
                <a:gridCol w="4916160"/>
              </a:tblGrid>
              <a:tr h="5760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Team Member Name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0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Role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Mohammed Faizaan Faiz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Team Lead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Lochan Thanigai Murugan Padmashree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Development Lead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Mohammed Touhid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Test Lead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Mudassir Rehman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Customer Contact Lead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Kavya Arora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Developer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6000">
                <a:tc>
                  <a:txBody>
                    <a:bodyPr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Mohsin Lihas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lang="en-IN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Customer Contact</a:t>
                      </a:r>
                      <a:endParaRPr lang="en-IN" sz="14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9376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Modified Problem Statement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004040" y="1595880"/>
            <a:ext cx="10519560" cy="379008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Patients struggle to complete insurance claim processes due to complex paperwork and lack of technical knowledge.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This leads to delays, errors, or inability to claim insurance despite eligibility.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Please explain to the assessors (this section is just for you to prepare – do not include this in the slide – understand and clearly talk about below)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	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1. Why you chose this problem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	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2. Pain faced by the user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	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3. How many users your team spoke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	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4. What questions you asked &amp; their response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357840"/>
            <a:ext cx="776124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User / Customer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966560" y="0"/>
            <a:ext cx="7225560" cy="4572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25000" lnSpcReduction="19999"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Paste team members photos with potential customers  here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Then, show proof of your interviews – Q&amp;A 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Calibri"/>
              </a:rPr>
              <a:t>(Open GitHub go to documents, open this customer interview document and show the assessors)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685800" y="1173600"/>
            <a:ext cx="3576240" cy="460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2"/>
          <a:stretch/>
        </p:blipFill>
        <p:spPr>
          <a:xfrm>
            <a:off x="4485600" y="3352680"/>
            <a:ext cx="1834200" cy="239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3"/>
          <a:stretch/>
        </p:blipFill>
        <p:spPr>
          <a:xfrm>
            <a:off x="4485600" y="1161000"/>
            <a:ext cx="3354480" cy="19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/>
          <p:cNvPicPr/>
          <p:nvPr/>
        </p:nvPicPr>
        <p:blipFill>
          <a:blip r:embed="rId4"/>
          <a:stretch/>
        </p:blipFill>
        <p:spPr>
          <a:xfrm>
            <a:off x="8061840" y="1161000"/>
            <a:ext cx="2682360" cy="19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/>
          <p:cNvPicPr/>
          <p:nvPr/>
        </p:nvPicPr>
        <p:blipFill>
          <a:blip r:embed="rId5"/>
          <a:stretch/>
        </p:blipFill>
        <p:spPr>
          <a:xfrm>
            <a:off x="8887680" y="3336480"/>
            <a:ext cx="1856520" cy="242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/>
          <p:cNvPicPr/>
          <p:nvPr/>
        </p:nvPicPr>
        <p:blipFill>
          <a:blip r:embed="rId6"/>
          <a:stretch/>
        </p:blipFill>
        <p:spPr>
          <a:xfrm>
            <a:off x="6651000" y="3334680"/>
            <a:ext cx="1857960" cy="242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Ideal Customer Profile (ICP)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43200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Demographic: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Age: 30–70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People with health insurance.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Hospital patients &amp; families.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Clinics and hospitals.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Psycho-graphic: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Struggle with digital tools.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Want faster claim processing.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Prefer guided or automated systems.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943600" y="0"/>
            <a:ext cx="6248520" cy="1365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Roboto Medium"/>
              </a:rPr>
              <a:t>Please prepare well as a group, what should be the ICP for your product – do not generate using AI and read it.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Roboto Medium"/>
              </a:rPr>
              <a:t>*** Be prepared to answer difficult questions here ***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Customer Persona (CP)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371232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Name: Rajesh Kumar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Age: 52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Occupation: Small business owner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Situation: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Hospitalized and insured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Cannot understand claim forms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Depends on hospital staff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Pain Points: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Confusing paperwork.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Fear of rejection.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Time-consuming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029200" y="0"/>
            <a:ext cx="7162920" cy="74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Roboto Medium"/>
              </a:rPr>
              <a:t>Please prepare well as a group, what should be the CP for your product – do not generate using AI and read it.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Roboto Medium"/>
              </a:rPr>
              <a:t>*** Be prepared to answer difficult questions here ***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621144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Product USP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29354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AI-driven automated claim form filling.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Reduces human errors in documentation.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Faster claim submission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Accessible for non-technical users.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200400" y="0"/>
            <a:ext cx="8991720" cy="686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0000"/>
                </a:solidFill>
                <a:effectLst/>
                <a:uFillTx/>
                <a:latin typeface="Roboto Medium"/>
                <a:ea typeface="Roboto Medium"/>
              </a:rPr>
              <a:t>*** Please prepare as a group to answer the above. maximum 4 bullet points ****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Use Cases &amp; High level Requirements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343400" y="0"/>
            <a:ext cx="7848720" cy="68580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32500" lnSpcReduction="19999"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9211E"/>
                </a:solidFill>
                <a:effectLst/>
                <a:uFillTx/>
                <a:latin typeface="Roboto Medium"/>
                <a:ea typeface="Calibri"/>
              </a:rPr>
              <a:t>4 to 5 major use cases on how your customer will use your solution – what input will the customer provide and what output will he expect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C9211E"/>
                </a:solidFill>
                <a:effectLst/>
                <a:uFillTx/>
                <a:latin typeface="Roboto Medium"/>
                <a:ea typeface="Calibri"/>
              </a:rPr>
              <a:t>Show the requirements document from GitHub and discuss  functional, non-functional requirements and acceptance criteria.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ontent Placeholder 1"/>
          <p:cNvSpPr txBox="1"/>
          <p:nvPr/>
        </p:nvSpPr>
        <p:spPr>
          <a:xfrm>
            <a:off x="695520" y="1774080"/>
            <a:ext cx="10800720" cy="29354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 fontScale="92500" lnSpcReduction="9999"/>
          </a:bodyPr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Use Cases: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Upload medical bills and reports.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Auto-fill insurance claim forms.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Validate entered data.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Suggest missing information.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Submit claim digitally.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28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Expected Output: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Error-free claim form.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28"/>
              </a:spcBef>
              <a:buClr>
                <a:srgbClr val="7F7F7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Faster approval process.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95520" y="395640"/>
            <a:ext cx="70452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 Proof of Concept (PoC) / Prototype Demo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95520" y="1774080"/>
            <a:ext cx="10800720" cy="2935440"/>
          </a:xfrm>
          <a:prstGeom prst="rect">
            <a:avLst/>
          </a:prstGeom>
          <a:noFill/>
          <a:ln w="0">
            <a:noFill/>
          </a:ln>
        </p:spPr>
        <p:txBody>
          <a:bodyPr lIns="122040" tIns="60840" rIns="122040" bIns="60840" anchor="t">
            <a:normAutofit/>
          </a:bodyPr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Calibri"/>
              </a:rPr>
              <a:t>GitHub Repository Link 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br>
              <a:rPr sz="2400"/>
            </a:br>
            <a:r>
              <a:rPr lang="en-US" sz="2000" b="0" u="sng" strike="noStrike">
                <a:solidFill>
                  <a:srgbClr val="729FCF"/>
                </a:solidFill>
                <a:effectLst/>
                <a:uFillTx/>
                <a:latin typeface="Roboto Medium"/>
                <a:ea typeface="Calibri"/>
              </a:rPr>
              <a:t>https://github.com/d4rk3stV0id/MicroSwiftAuto_AI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28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2350</TotalTime>
  <Application>LibreOffice/26.2.1.2$Windows_X86_64 LibreOffice_project/620$Build-2</Application>
  <AppVersion>15.0000</AppVersion>
  <Words>584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2025-09-17T04:00:39Z</dcterms:created>
  <dc:creator>Ramaraj Sri</dc:creator>
  <dc:description/>
  <dc:language>en-US</dc:language>
  <cp:lastModifiedBy/>
  <dcterms:modified xsi:type="dcterms:W3CDTF">2026-03-27T10:29:59Z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Widescreen</vt:lpwstr>
  </property>
  <property fmtid="{D5CDD505-2E9C-101B-9397-08002B2CF9AE}" pid="4" name="Slides">
    <vt:i4>9</vt:i4>
  </property>
</Properties>
</file>